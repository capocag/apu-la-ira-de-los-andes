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nonymous Pro" panose="020B0604020202020204" charset="0"/>
      <p:regular r:id="rId7"/>
    </p:embeddedFont>
    <p:embeddedFont>
      <p:font typeface="Anonymous Pro Italics" panose="020B0604020202020204" charset="0"/>
      <p:regular r:id="rId8"/>
    </p:embeddedFont>
    <p:embeddedFont>
      <p:font typeface="Sugo Display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9048" y="1274689"/>
            <a:ext cx="15770252" cy="8065608"/>
            <a:chOff x="0" y="0"/>
            <a:chExt cx="4153482" cy="2124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3482" cy="2124275"/>
            </a:xfrm>
            <a:custGeom>
              <a:avLst/>
              <a:gdLst/>
              <a:ahLst/>
              <a:cxnLst/>
              <a:rect l="l" t="t" r="r" b="b"/>
              <a:pathLst>
                <a:path w="4153482" h="2124275">
                  <a:moveTo>
                    <a:pt x="10800" y="0"/>
                  </a:moveTo>
                  <a:lnTo>
                    <a:pt x="4142682" y="0"/>
                  </a:lnTo>
                  <a:cubicBezTo>
                    <a:pt x="4145546" y="0"/>
                    <a:pt x="4148293" y="1138"/>
                    <a:pt x="4150319" y="3163"/>
                  </a:cubicBezTo>
                  <a:cubicBezTo>
                    <a:pt x="4152344" y="5189"/>
                    <a:pt x="4153482" y="7936"/>
                    <a:pt x="4153482" y="10800"/>
                  </a:cubicBezTo>
                  <a:lnTo>
                    <a:pt x="4153482" y="2113475"/>
                  </a:lnTo>
                  <a:cubicBezTo>
                    <a:pt x="4153482" y="2116339"/>
                    <a:pt x="4152344" y="2119086"/>
                    <a:pt x="4150319" y="2121112"/>
                  </a:cubicBezTo>
                  <a:cubicBezTo>
                    <a:pt x="4148293" y="2123137"/>
                    <a:pt x="4145546" y="2124275"/>
                    <a:pt x="4142682" y="2124275"/>
                  </a:cubicBezTo>
                  <a:lnTo>
                    <a:pt x="10800" y="2124275"/>
                  </a:lnTo>
                  <a:cubicBezTo>
                    <a:pt x="7936" y="2124275"/>
                    <a:pt x="5189" y="2123137"/>
                    <a:pt x="3163" y="2121112"/>
                  </a:cubicBezTo>
                  <a:cubicBezTo>
                    <a:pt x="1138" y="2119086"/>
                    <a:pt x="0" y="2116339"/>
                    <a:pt x="0" y="2113475"/>
                  </a:cubicBezTo>
                  <a:lnTo>
                    <a:pt x="0" y="10800"/>
                  </a:lnTo>
                  <a:cubicBezTo>
                    <a:pt x="0" y="7936"/>
                    <a:pt x="1138" y="5189"/>
                    <a:pt x="3163" y="3163"/>
                  </a:cubicBezTo>
                  <a:cubicBezTo>
                    <a:pt x="5189" y="1138"/>
                    <a:pt x="7936" y="0"/>
                    <a:pt x="10800" y="0"/>
                  </a:cubicBezTo>
                  <a:close/>
                </a:path>
              </a:pathLst>
            </a:custGeom>
            <a:solidFill>
              <a:srgbClr val="F9FCFF"/>
            </a:solidFill>
            <a:ln w="66675" cap="rnd">
              <a:solidFill>
                <a:srgbClr val="074785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53482" cy="2171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336134" y="1844646"/>
            <a:ext cx="4849242" cy="1758270"/>
          </a:xfrm>
          <a:custGeom>
            <a:avLst/>
            <a:gdLst/>
            <a:ahLst/>
            <a:cxnLst/>
            <a:rect l="l" t="t" r="r" b="b"/>
            <a:pathLst>
              <a:path w="4849242" h="1758270">
                <a:moveTo>
                  <a:pt x="0" y="0"/>
                </a:moveTo>
                <a:lnTo>
                  <a:pt x="4849242" y="0"/>
                </a:lnTo>
                <a:lnTo>
                  <a:pt x="4849242" y="1758270"/>
                </a:lnTo>
                <a:lnTo>
                  <a:pt x="0" y="1758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6226005" y="4632207"/>
            <a:ext cx="7069499" cy="93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85"/>
              </a:lnSpc>
              <a:spcBef>
                <a:spcPct val="0"/>
              </a:spcBef>
            </a:pPr>
            <a:r>
              <a:rPr lang="en-US" sz="6500" spc="65" dirty="0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APU LA IRA DE LOS ANDES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07843" y="6130415"/>
            <a:ext cx="8504907" cy="242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500" spc="35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INTEGRANTES:</a:t>
            </a:r>
          </a:p>
          <a:p>
            <a:pPr marL="755651" lvl="1" indent="-377825" algn="l">
              <a:lnSpc>
                <a:spcPts val="3815"/>
              </a:lnSpc>
              <a:buFont typeface="Arial"/>
              <a:buChar char="•"/>
            </a:pPr>
            <a:r>
              <a:rPr lang="en-US" sz="3500" spc="35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Gabriel Carrasco, Arturo</a:t>
            </a:r>
          </a:p>
          <a:p>
            <a:pPr marL="755651" lvl="1" indent="-377825" algn="l">
              <a:lnSpc>
                <a:spcPts val="3815"/>
              </a:lnSpc>
              <a:buFont typeface="Arial"/>
              <a:buChar char="•"/>
            </a:pPr>
            <a:r>
              <a:rPr lang="en-US" sz="3500" spc="35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Alva Navas, Dayli Esthers</a:t>
            </a:r>
          </a:p>
          <a:p>
            <a:pPr algn="l">
              <a:lnSpc>
                <a:spcPts val="3815"/>
              </a:lnSpc>
            </a:pPr>
            <a:r>
              <a:rPr lang="en-US" sz="3500" spc="35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Curso:</a:t>
            </a:r>
          </a:p>
          <a:p>
            <a:pPr marL="0" lvl="0" indent="0" algn="l">
              <a:lnSpc>
                <a:spcPts val="3815"/>
              </a:lnSpc>
              <a:spcBef>
                <a:spcPct val="0"/>
              </a:spcBef>
            </a:pPr>
            <a:r>
              <a:rPr lang="en-US" sz="3500" spc="35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     Diseño y desarrollo de juegos interactivos II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DA5A136E-B633-5D3F-33E8-37B5705019C4}"/>
              </a:ext>
            </a:extLst>
          </p:cNvPr>
          <p:cNvSpPr txBox="1"/>
          <p:nvPr/>
        </p:nvSpPr>
        <p:spPr>
          <a:xfrm>
            <a:off x="7086600" y="3490016"/>
            <a:ext cx="7069499" cy="862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85"/>
              </a:lnSpc>
              <a:spcBef>
                <a:spcPct val="0"/>
              </a:spcBef>
            </a:pPr>
            <a:r>
              <a:rPr lang="en-US" sz="5500" spc="65" dirty="0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AVANCE DE PROYECTO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322" y="290119"/>
            <a:ext cx="16653356" cy="9612817"/>
            <a:chOff x="0" y="0"/>
            <a:chExt cx="4386069" cy="25317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86069" cy="2531771"/>
            </a:xfrm>
            <a:custGeom>
              <a:avLst/>
              <a:gdLst/>
              <a:ahLst/>
              <a:cxnLst/>
              <a:rect l="l" t="t" r="r" b="b"/>
              <a:pathLst>
                <a:path w="4386069" h="2531771">
                  <a:moveTo>
                    <a:pt x="10228" y="0"/>
                  </a:moveTo>
                  <a:lnTo>
                    <a:pt x="4375841" y="0"/>
                  </a:lnTo>
                  <a:cubicBezTo>
                    <a:pt x="4378554" y="0"/>
                    <a:pt x="4381155" y="1078"/>
                    <a:pt x="4383074" y="2996"/>
                  </a:cubicBezTo>
                  <a:cubicBezTo>
                    <a:pt x="4384992" y="4914"/>
                    <a:pt x="4386069" y="7515"/>
                    <a:pt x="4386069" y="10228"/>
                  </a:cubicBezTo>
                  <a:lnTo>
                    <a:pt x="4386069" y="2521543"/>
                  </a:lnTo>
                  <a:cubicBezTo>
                    <a:pt x="4386069" y="2527192"/>
                    <a:pt x="4381490" y="2531771"/>
                    <a:pt x="4375841" y="2531771"/>
                  </a:cubicBezTo>
                  <a:lnTo>
                    <a:pt x="10228" y="2531771"/>
                  </a:lnTo>
                  <a:cubicBezTo>
                    <a:pt x="7515" y="2531771"/>
                    <a:pt x="4914" y="2530693"/>
                    <a:pt x="2996" y="2528775"/>
                  </a:cubicBezTo>
                  <a:cubicBezTo>
                    <a:pt x="1078" y="2526857"/>
                    <a:pt x="0" y="2524256"/>
                    <a:pt x="0" y="2521543"/>
                  </a:cubicBezTo>
                  <a:lnTo>
                    <a:pt x="0" y="10228"/>
                  </a:lnTo>
                  <a:cubicBezTo>
                    <a:pt x="0" y="7515"/>
                    <a:pt x="1078" y="4914"/>
                    <a:pt x="2996" y="2996"/>
                  </a:cubicBezTo>
                  <a:cubicBezTo>
                    <a:pt x="4914" y="1078"/>
                    <a:pt x="7515" y="0"/>
                    <a:pt x="10228" y="0"/>
                  </a:cubicBezTo>
                  <a:close/>
                </a:path>
              </a:pathLst>
            </a:custGeom>
            <a:solidFill>
              <a:srgbClr val="F9FCFF"/>
            </a:solidFill>
            <a:ln w="66675" cap="rnd">
              <a:solidFill>
                <a:srgbClr val="074785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86069" cy="2579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187258" y="1596250"/>
            <a:ext cx="1793930" cy="1934272"/>
          </a:xfrm>
          <a:custGeom>
            <a:avLst/>
            <a:gdLst/>
            <a:ahLst/>
            <a:cxnLst/>
            <a:rect l="l" t="t" r="r" b="b"/>
            <a:pathLst>
              <a:path w="1793930" h="1934272">
                <a:moveTo>
                  <a:pt x="0" y="0"/>
                </a:moveTo>
                <a:lnTo>
                  <a:pt x="1793930" y="0"/>
                </a:lnTo>
                <a:lnTo>
                  <a:pt x="1793930" y="1934272"/>
                </a:lnTo>
                <a:lnTo>
                  <a:pt x="0" y="1934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3981188" y="2294180"/>
            <a:ext cx="1222654" cy="767014"/>
          </a:xfrm>
          <a:custGeom>
            <a:avLst/>
            <a:gdLst/>
            <a:ahLst/>
            <a:cxnLst/>
            <a:rect l="l" t="t" r="r" b="b"/>
            <a:pathLst>
              <a:path w="1222654" h="767014">
                <a:moveTo>
                  <a:pt x="0" y="0"/>
                </a:moveTo>
                <a:lnTo>
                  <a:pt x="1222654" y="0"/>
                </a:lnTo>
                <a:lnTo>
                  <a:pt x="1222654" y="767015"/>
                </a:lnTo>
                <a:lnTo>
                  <a:pt x="0" y="767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638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6804500" y="2260382"/>
            <a:ext cx="1197845" cy="767014"/>
          </a:xfrm>
          <a:custGeom>
            <a:avLst/>
            <a:gdLst/>
            <a:ahLst/>
            <a:cxnLst/>
            <a:rect l="l" t="t" r="r" b="b"/>
            <a:pathLst>
              <a:path w="1197845" h="767014">
                <a:moveTo>
                  <a:pt x="0" y="0"/>
                </a:moveTo>
                <a:lnTo>
                  <a:pt x="1197845" y="0"/>
                </a:lnTo>
                <a:lnTo>
                  <a:pt x="1197845" y="767014"/>
                </a:lnTo>
                <a:lnTo>
                  <a:pt x="0" y="767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35" r="-27971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7905788" y="1614051"/>
            <a:ext cx="1686841" cy="1818805"/>
          </a:xfrm>
          <a:custGeom>
            <a:avLst/>
            <a:gdLst/>
            <a:ahLst/>
            <a:cxnLst/>
            <a:rect l="l" t="t" r="r" b="b"/>
            <a:pathLst>
              <a:path w="1686841" h="1818805">
                <a:moveTo>
                  <a:pt x="0" y="0"/>
                </a:moveTo>
                <a:lnTo>
                  <a:pt x="1686842" y="0"/>
                </a:lnTo>
                <a:lnTo>
                  <a:pt x="1686842" y="1818805"/>
                </a:lnTo>
                <a:lnTo>
                  <a:pt x="0" y="1818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9592630" y="2220884"/>
            <a:ext cx="1197845" cy="840311"/>
          </a:xfrm>
          <a:custGeom>
            <a:avLst/>
            <a:gdLst/>
            <a:ahLst/>
            <a:cxnLst/>
            <a:rect l="l" t="t" r="r" b="b"/>
            <a:pathLst>
              <a:path w="1197845" h="840311">
                <a:moveTo>
                  <a:pt x="0" y="0"/>
                </a:moveTo>
                <a:lnTo>
                  <a:pt x="1197845" y="0"/>
                </a:lnTo>
                <a:lnTo>
                  <a:pt x="1197845" y="840311"/>
                </a:lnTo>
                <a:lnTo>
                  <a:pt x="0" y="8403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12" r="-354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5060024" y="1596250"/>
            <a:ext cx="1719860" cy="1854407"/>
          </a:xfrm>
          <a:custGeom>
            <a:avLst/>
            <a:gdLst/>
            <a:ahLst/>
            <a:cxnLst/>
            <a:rect l="l" t="t" r="r" b="b"/>
            <a:pathLst>
              <a:path w="1719860" h="1854407">
                <a:moveTo>
                  <a:pt x="0" y="0"/>
                </a:moveTo>
                <a:lnTo>
                  <a:pt x="1719859" y="0"/>
                </a:lnTo>
                <a:lnTo>
                  <a:pt x="1719859" y="1854407"/>
                </a:lnTo>
                <a:lnTo>
                  <a:pt x="0" y="18544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>
            <a:off x="10819050" y="1619348"/>
            <a:ext cx="2241475" cy="1831308"/>
          </a:xfrm>
          <a:custGeom>
            <a:avLst/>
            <a:gdLst/>
            <a:ahLst/>
            <a:cxnLst/>
            <a:rect l="l" t="t" r="r" b="b"/>
            <a:pathLst>
              <a:path w="2241475" h="1831308">
                <a:moveTo>
                  <a:pt x="0" y="0"/>
                </a:moveTo>
                <a:lnTo>
                  <a:pt x="2241476" y="0"/>
                </a:lnTo>
                <a:lnTo>
                  <a:pt x="2241476" y="1831309"/>
                </a:lnTo>
                <a:lnTo>
                  <a:pt x="0" y="1831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>
            <a:off x="2507571" y="4436544"/>
            <a:ext cx="10531687" cy="5320303"/>
          </a:xfrm>
          <a:custGeom>
            <a:avLst/>
            <a:gdLst/>
            <a:ahLst/>
            <a:cxnLst/>
            <a:rect l="l" t="t" r="r" b="b"/>
            <a:pathLst>
              <a:path w="10531687" h="5320303">
                <a:moveTo>
                  <a:pt x="0" y="0"/>
                </a:moveTo>
                <a:lnTo>
                  <a:pt x="10531686" y="0"/>
                </a:lnTo>
                <a:lnTo>
                  <a:pt x="10531686" y="5320303"/>
                </a:lnTo>
                <a:lnTo>
                  <a:pt x="0" y="53203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1752878" y="759269"/>
            <a:ext cx="6901928" cy="557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32" lvl="1" indent="-410216" algn="l">
              <a:lnSpc>
                <a:spcPts val="4142"/>
              </a:lnSpc>
              <a:spcBef>
                <a:spcPct val="0"/>
              </a:spcBef>
              <a:buAutoNum type="arabicPeriod"/>
            </a:pPr>
            <a:r>
              <a:rPr lang="en-US" sz="3800" spc="38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Flujo de escenas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7281" y="3844847"/>
            <a:ext cx="6901928" cy="557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32" lvl="1" indent="-410216" algn="l">
              <a:lnSpc>
                <a:spcPts val="4142"/>
              </a:lnSpc>
              <a:spcBef>
                <a:spcPct val="0"/>
              </a:spcBef>
              <a:buAutoNum type="arabicPeriod"/>
            </a:pPr>
            <a:r>
              <a:rPr lang="en-US" sz="3800" spc="38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Mundo, jugador y colisiones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81188" y="2188283"/>
            <a:ext cx="2157670" cy="21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5"/>
              </a:lnSpc>
              <a:spcBef>
                <a:spcPct val="0"/>
              </a:spcBef>
            </a:pPr>
            <a:r>
              <a:rPr lang="en-US" sz="1500" spc="15">
                <a:solidFill>
                  <a:srgbClr val="737373"/>
                </a:solidFill>
                <a:latin typeface="Anonymous Pro"/>
                <a:ea typeface="Anonymous Pro"/>
                <a:cs typeface="Anonymous Pro"/>
                <a:sym typeface="Anonymous Pro"/>
              </a:rPr>
              <a:t>main_scene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79883" y="2159416"/>
            <a:ext cx="2157670" cy="21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5"/>
              </a:lnSpc>
              <a:spcBef>
                <a:spcPct val="0"/>
              </a:spcBef>
            </a:pPr>
            <a:r>
              <a:rPr lang="en-US" sz="1500" spc="15">
                <a:solidFill>
                  <a:srgbClr val="737373"/>
                </a:solidFill>
                <a:latin typeface="Anonymous Pro"/>
                <a:ea typeface="Anonymous Pro"/>
                <a:cs typeface="Anonymous Pro"/>
                <a:sym typeface="Anonymous Pro"/>
              </a:rPr>
              <a:t>instancia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21205" y="2188283"/>
            <a:ext cx="2157670" cy="21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5"/>
              </a:lnSpc>
              <a:spcBef>
                <a:spcPct val="0"/>
              </a:spcBef>
            </a:pPr>
            <a:r>
              <a:rPr lang="en-US" sz="1500" spc="15">
                <a:solidFill>
                  <a:srgbClr val="737373"/>
                </a:solidFill>
                <a:latin typeface="Anonymous Pro"/>
                <a:ea typeface="Anonymous Pro"/>
                <a:cs typeface="Anonymous Pro"/>
                <a:sym typeface="Anonymous Pro"/>
              </a:rPr>
              <a:t>nuevo_juego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2563" y="1028700"/>
            <a:ext cx="13514878" cy="8229600"/>
            <a:chOff x="0" y="0"/>
            <a:chExt cx="3559474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59474" cy="2167467"/>
            </a:xfrm>
            <a:custGeom>
              <a:avLst/>
              <a:gdLst/>
              <a:ahLst/>
              <a:cxnLst/>
              <a:rect l="l" t="t" r="r" b="b"/>
              <a:pathLst>
                <a:path w="3559474" h="2167467">
                  <a:moveTo>
                    <a:pt x="12603" y="0"/>
                  </a:moveTo>
                  <a:lnTo>
                    <a:pt x="3546871" y="0"/>
                  </a:lnTo>
                  <a:cubicBezTo>
                    <a:pt x="3550214" y="0"/>
                    <a:pt x="3553419" y="1328"/>
                    <a:pt x="3555783" y="3691"/>
                  </a:cubicBezTo>
                  <a:cubicBezTo>
                    <a:pt x="3558146" y="6055"/>
                    <a:pt x="3559474" y="9260"/>
                    <a:pt x="3559474" y="12603"/>
                  </a:cubicBezTo>
                  <a:lnTo>
                    <a:pt x="3559474" y="2154864"/>
                  </a:lnTo>
                  <a:cubicBezTo>
                    <a:pt x="3559474" y="2158207"/>
                    <a:pt x="3558146" y="2161412"/>
                    <a:pt x="3555783" y="2163775"/>
                  </a:cubicBezTo>
                  <a:cubicBezTo>
                    <a:pt x="3553419" y="2166139"/>
                    <a:pt x="3550214" y="2167467"/>
                    <a:pt x="3546871" y="2167467"/>
                  </a:cubicBezTo>
                  <a:lnTo>
                    <a:pt x="12603" y="2167467"/>
                  </a:lnTo>
                  <a:cubicBezTo>
                    <a:pt x="9260" y="2167467"/>
                    <a:pt x="6055" y="2166139"/>
                    <a:pt x="3691" y="2163775"/>
                  </a:cubicBezTo>
                  <a:cubicBezTo>
                    <a:pt x="1328" y="2161412"/>
                    <a:pt x="0" y="2158207"/>
                    <a:pt x="0" y="2154864"/>
                  </a:cubicBezTo>
                  <a:lnTo>
                    <a:pt x="0" y="12603"/>
                  </a:lnTo>
                  <a:cubicBezTo>
                    <a:pt x="0" y="9260"/>
                    <a:pt x="1328" y="6055"/>
                    <a:pt x="3691" y="3691"/>
                  </a:cubicBezTo>
                  <a:cubicBezTo>
                    <a:pt x="6055" y="1328"/>
                    <a:pt x="9260" y="0"/>
                    <a:pt x="12603" y="0"/>
                  </a:cubicBezTo>
                  <a:close/>
                </a:path>
              </a:pathLst>
            </a:custGeom>
            <a:solidFill>
              <a:srgbClr val="F9FCFF"/>
            </a:solidFill>
            <a:ln w="66675" cap="rnd">
              <a:solidFill>
                <a:srgbClr val="074785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55947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295957" y="1295611"/>
            <a:ext cx="6841009" cy="3309615"/>
          </a:xfrm>
          <a:custGeom>
            <a:avLst/>
            <a:gdLst/>
            <a:ahLst/>
            <a:cxnLst/>
            <a:rect l="l" t="t" r="r" b="b"/>
            <a:pathLst>
              <a:path w="6841009" h="3309615">
                <a:moveTo>
                  <a:pt x="0" y="0"/>
                </a:moveTo>
                <a:lnTo>
                  <a:pt x="6841009" y="0"/>
                </a:lnTo>
                <a:lnTo>
                  <a:pt x="6841009" y="3309615"/>
                </a:lnTo>
                <a:lnTo>
                  <a:pt x="0" y="33096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1846367" y="3302740"/>
            <a:ext cx="6163634" cy="2399639"/>
          </a:xfrm>
          <a:custGeom>
            <a:avLst/>
            <a:gdLst/>
            <a:ahLst/>
            <a:cxnLst/>
            <a:rect l="l" t="t" r="r" b="b"/>
            <a:pathLst>
              <a:path w="6163634" h="2399639">
                <a:moveTo>
                  <a:pt x="0" y="0"/>
                </a:moveTo>
                <a:lnTo>
                  <a:pt x="6163635" y="0"/>
                </a:lnTo>
                <a:lnTo>
                  <a:pt x="6163635" y="2399639"/>
                </a:lnTo>
                <a:lnTo>
                  <a:pt x="0" y="2399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813" t="-21025" r="-2407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extBox 7"/>
          <p:cNvSpPr txBox="1"/>
          <p:nvPr/>
        </p:nvSpPr>
        <p:spPr>
          <a:xfrm>
            <a:off x="1752878" y="1535039"/>
            <a:ext cx="6901928" cy="88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40"/>
              </a:lnSpc>
              <a:spcBef>
                <a:spcPct val="0"/>
              </a:spcBef>
            </a:pPr>
            <a:r>
              <a:rPr lang="en-US" sz="6000" spc="60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Implementacion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95957" y="5858584"/>
            <a:ext cx="6218817" cy="2920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func attack() -&gt; void: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if state == State.ATTACK: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return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state = State.ATTACK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var mouse_pas: Vector2 = get_global_mouse_position()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var attack_dir: Vector2 = (mouse_pas - global_position).normalized()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$Sprite2D.flip_h = attack_dir.x &lt; 0 and abs(attack_dir.x) &gt;= abs(attack_dir.y)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animation_tree.set("parameters/attack/BlendSpace2D/blend_position", attack_dir)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update_animation()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await get_tree().create_timer(attack_speed).timeout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r>
              <a:rPr lang="en-US" sz="1071" i="1" spc="105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 state = State.IDLE</a:t>
            </a:r>
          </a:p>
          <a:p>
            <a:pPr algn="l">
              <a:lnSpc>
                <a:spcPts val="1478"/>
              </a:lnSpc>
              <a:spcBef>
                <a:spcPct val="0"/>
              </a:spcBef>
            </a:pPr>
            <a:endParaRPr lang="en-US" sz="1071" i="1" spc="105">
              <a:solidFill>
                <a:srgbClr val="074785"/>
              </a:solidFill>
              <a:latin typeface="Anonymous Pro Italics"/>
              <a:ea typeface="Anonymous Pro Italics"/>
              <a:cs typeface="Anonymous Pro Italics"/>
              <a:sym typeface="Anonymous Pro Itali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9438" y="7224615"/>
            <a:ext cx="19166877" cy="7732981"/>
            <a:chOff x="0" y="0"/>
            <a:chExt cx="5048066" cy="20366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48066" cy="2036670"/>
            </a:xfrm>
            <a:custGeom>
              <a:avLst/>
              <a:gdLst/>
              <a:ahLst/>
              <a:cxnLst/>
              <a:rect l="l" t="t" r="r" b="b"/>
              <a:pathLst>
                <a:path w="5048066" h="2036670">
                  <a:moveTo>
                    <a:pt x="8886" y="0"/>
                  </a:moveTo>
                  <a:lnTo>
                    <a:pt x="5039180" y="0"/>
                  </a:lnTo>
                  <a:cubicBezTo>
                    <a:pt x="5041537" y="0"/>
                    <a:pt x="5043797" y="936"/>
                    <a:pt x="5045464" y="2603"/>
                  </a:cubicBezTo>
                  <a:cubicBezTo>
                    <a:pt x="5047130" y="4269"/>
                    <a:pt x="5048066" y="6529"/>
                    <a:pt x="5048066" y="8886"/>
                  </a:cubicBezTo>
                  <a:lnTo>
                    <a:pt x="5048066" y="2027784"/>
                  </a:lnTo>
                  <a:cubicBezTo>
                    <a:pt x="5048066" y="2032691"/>
                    <a:pt x="5044088" y="2036670"/>
                    <a:pt x="5039180" y="2036670"/>
                  </a:cubicBezTo>
                  <a:lnTo>
                    <a:pt x="8886" y="2036670"/>
                  </a:lnTo>
                  <a:cubicBezTo>
                    <a:pt x="3979" y="2036670"/>
                    <a:pt x="0" y="2032691"/>
                    <a:pt x="0" y="2027784"/>
                  </a:cubicBezTo>
                  <a:lnTo>
                    <a:pt x="0" y="8886"/>
                  </a:lnTo>
                  <a:cubicBezTo>
                    <a:pt x="0" y="3979"/>
                    <a:pt x="3979" y="0"/>
                    <a:pt x="8886" y="0"/>
                  </a:cubicBezTo>
                  <a:close/>
                </a:path>
              </a:pathLst>
            </a:custGeom>
            <a:solidFill>
              <a:srgbClr val="E9F4FF"/>
            </a:solidFill>
            <a:ln w="66675" cap="rnd">
              <a:solidFill>
                <a:srgbClr val="074785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48066" cy="2084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865287" y="1600606"/>
            <a:ext cx="12611141" cy="7424809"/>
          </a:xfrm>
          <a:custGeom>
            <a:avLst/>
            <a:gdLst/>
            <a:ahLst/>
            <a:cxnLst/>
            <a:rect l="l" t="t" r="r" b="b"/>
            <a:pathLst>
              <a:path w="12611141" h="7424809">
                <a:moveTo>
                  <a:pt x="0" y="0"/>
                </a:moveTo>
                <a:lnTo>
                  <a:pt x="12611141" y="0"/>
                </a:lnTo>
                <a:lnTo>
                  <a:pt x="12611141" y="7424809"/>
                </a:lnTo>
                <a:lnTo>
                  <a:pt x="0" y="7424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2811572" y="4587187"/>
            <a:ext cx="12664855" cy="219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590"/>
              </a:lnSpc>
              <a:spcBef>
                <a:spcPct val="0"/>
              </a:spcBef>
            </a:pPr>
            <a:r>
              <a:rPr lang="en-US" sz="15220" spc="152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Gracias.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9438" y="7224615"/>
            <a:ext cx="19166877" cy="7732981"/>
            <a:chOff x="0" y="0"/>
            <a:chExt cx="5048066" cy="20366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48066" cy="2036670"/>
            </a:xfrm>
            <a:custGeom>
              <a:avLst/>
              <a:gdLst/>
              <a:ahLst/>
              <a:cxnLst/>
              <a:rect l="l" t="t" r="r" b="b"/>
              <a:pathLst>
                <a:path w="5048066" h="2036670">
                  <a:moveTo>
                    <a:pt x="8886" y="0"/>
                  </a:moveTo>
                  <a:lnTo>
                    <a:pt x="5039180" y="0"/>
                  </a:lnTo>
                  <a:cubicBezTo>
                    <a:pt x="5041537" y="0"/>
                    <a:pt x="5043797" y="936"/>
                    <a:pt x="5045464" y="2603"/>
                  </a:cubicBezTo>
                  <a:cubicBezTo>
                    <a:pt x="5047130" y="4269"/>
                    <a:pt x="5048066" y="6529"/>
                    <a:pt x="5048066" y="8886"/>
                  </a:cubicBezTo>
                  <a:lnTo>
                    <a:pt x="5048066" y="2027784"/>
                  </a:lnTo>
                  <a:cubicBezTo>
                    <a:pt x="5048066" y="2032691"/>
                    <a:pt x="5044088" y="2036670"/>
                    <a:pt x="5039180" y="2036670"/>
                  </a:cubicBezTo>
                  <a:lnTo>
                    <a:pt x="8886" y="2036670"/>
                  </a:lnTo>
                  <a:cubicBezTo>
                    <a:pt x="3979" y="2036670"/>
                    <a:pt x="0" y="2032691"/>
                    <a:pt x="0" y="2027784"/>
                  </a:cubicBezTo>
                  <a:lnTo>
                    <a:pt x="0" y="8886"/>
                  </a:lnTo>
                  <a:cubicBezTo>
                    <a:pt x="0" y="3979"/>
                    <a:pt x="3979" y="0"/>
                    <a:pt x="8886" y="0"/>
                  </a:cubicBezTo>
                  <a:close/>
                </a:path>
              </a:pathLst>
            </a:custGeom>
            <a:solidFill>
              <a:srgbClr val="E9F4FF"/>
            </a:solidFill>
            <a:ln w="66675" cap="rnd">
              <a:solidFill>
                <a:srgbClr val="074785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048066" cy="2084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865287" y="1600606"/>
            <a:ext cx="12611141" cy="7424809"/>
          </a:xfrm>
          <a:custGeom>
            <a:avLst/>
            <a:gdLst/>
            <a:ahLst/>
            <a:cxnLst/>
            <a:rect l="l" t="t" r="r" b="b"/>
            <a:pathLst>
              <a:path w="12611141" h="7424809">
                <a:moveTo>
                  <a:pt x="0" y="0"/>
                </a:moveTo>
                <a:lnTo>
                  <a:pt x="12611141" y="0"/>
                </a:lnTo>
                <a:lnTo>
                  <a:pt x="12611141" y="7424809"/>
                </a:lnTo>
                <a:lnTo>
                  <a:pt x="0" y="7424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2838430" y="2830069"/>
            <a:ext cx="12664855" cy="219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590"/>
              </a:lnSpc>
              <a:spcBef>
                <a:spcPct val="0"/>
              </a:spcBef>
            </a:pPr>
            <a:r>
              <a:rPr lang="en-US" sz="15220" spc="152">
                <a:solidFill>
                  <a:srgbClr val="074785"/>
                </a:solidFill>
                <a:latin typeface="Sugo Display"/>
                <a:ea typeface="Sugo Display"/>
                <a:cs typeface="Sugo Display"/>
                <a:sym typeface="Sugo Display"/>
              </a:rPr>
              <a:t>GitHub: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92144" y="5265386"/>
            <a:ext cx="12611141" cy="3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4"/>
              </a:lnSpc>
              <a:spcBef>
                <a:spcPct val="0"/>
              </a:spcBef>
            </a:pPr>
            <a:r>
              <a:rPr lang="en-US" sz="2329" i="1" spc="228">
                <a:solidFill>
                  <a:srgbClr val="074785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https://github.com/CapocaG/APU-LA-IRA-DE-LOS-ANDES.git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201</Words>
  <Application>Microsoft Office PowerPoint</Application>
  <PresentationFormat>Personalizado</PresentationFormat>
  <Paragraphs>29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Sugo Display</vt:lpstr>
      <vt:lpstr>Anonymous Pro</vt:lpstr>
      <vt:lpstr>Calibri</vt:lpstr>
      <vt:lpstr>Anonymous Pro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Presentación historia de los videojuegos divertido retro celeste</dc:title>
  <cp:lastModifiedBy>Brian Amaro</cp:lastModifiedBy>
  <cp:revision>2</cp:revision>
  <dcterms:created xsi:type="dcterms:W3CDTF">2006-08-16T00:00:00Z</dcterms:created>
  <dcterms:modified xsi:type="dcterms:W3CDTF">2026-10-16T00:18:27Z</dcterms:modified>
  <dc:identifier>DAHYHRfsdYY</dc:identifier>
</cp:coreProperties>
</file>